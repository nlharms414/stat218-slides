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presentations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Power Point Test Slides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 Test Test</a:t>
            </a:r>
            <a:br/>
            <a:br/>
            <a:r>
              <a:rPr/>
              <a:t>N. Harms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enables you to weave together content and executable code into a finished presentation. To learn more about Quarto presentations see </a:t>
            </a:r>
            <a:r>
              <a:rPr>
                <a:hlinkClick r:id="rId2"/>
              </a:rPr>
              <a:t>https://quarto.org/docs/presentations/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Render</a:t>
            </a:r>
            <a:r>
              <a:rPr/>
              <a:t> button a document will be generated that includes:</a:t>
            </a:r>
          </a:p>
          <a:p>
            <a:pPr lvl="0"/>
            <a:r>
              <a:rPr/>
              <a:t>Content authored with markdown</a:t>
            </a:r>
          </a:p>
          <a:p>
            <a:pPr lvl="0"/>
            <a:r>
              <a:rPr/>
              <a:t>Output from executable code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Render</a:t>
            </a:r>
            <a:r>
              <a:rPr/>
              <a:t> button a presentation will be generated that includes both content and the output of embedded code. You can embed code like this: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Point Test Slides</dc:title>
  <dc:creator>N. Harms</dc:creator>
  <cp:keywords/>
  <dcterms:created xsi:type="dcterms:W3CDTF">2025-08-21T04:16:33Z</dcterms:created>
  <dcterms:modified xsi:type="dcterms:W3CDTF">2025-08-21T04:16:33Z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Test Test Test</vt:lpwstr>
  </property>
  <property fmtid="{D5CDD505-2E9C-101B-9397-08002B2CF9AE}" pid="11" name="toc-title">
    <vt:lpwstr>Table of contents</vt:lpwstr>
  </property>
</Properties>
</file>